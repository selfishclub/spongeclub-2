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mblem-white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9646920" y="64008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C6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OS 만들기 · 1차 제출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49808" y="178308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PAZX</a:t>
            </a:r>
            <a:endParaRPr lang="en-US" sz="13000" dirty="0"/>
          </a:p>
        </p:txBody>
      </p:sp>
      <p:sp>
        <p:nvSpPr>
          <p:cNvPr id="5" name="Text 2"/>
          <p:cNvSpPr/>
          <p:nvPr/>
        </p:nvSpPr>
        <p:spPr>
          <a:xfrm>
            <a:off x="822960" y="3611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생각이 만나는 순간, 파직.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4297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아이디어·레퍼런스를 모아 서로 합쳐(Clap) 새 아이디어(Bam)를 뽑아내는 크리에이티브 아이디어 OS.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5806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6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60533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clapbam.vercel.app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389120" y="5806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6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89120" y="60533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github.com/Koo-bon/clapbam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0" y="5806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6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사람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0" y="60533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아트 디렉터 · 본혁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</a:t>
            </a:r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— 왜 이 OS인가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아이디어는 늘 흩어져 있다. 핀터레스트 스크랩, 저장한 링크, 머릿속 한 줄 메모… 모으긴 하는데 거기서 새로운 게 안 나온다. 수집은 쌓임으로 끝난다.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F3F1E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593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9319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레퍼런스로 먹고사는 사람 — 아트 디렉터·디자이너·기획자. 관심사 기반 개인화.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84632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F3F1E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10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53492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'단어 검색'이 아니라 '크리에이티브 컨설팅'. 구어를 방향으로 해석하고 새 이미지까지 생성.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컨셉 — 수집함이 아니라 아이디어 반응로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0" y="201168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2E2E2E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157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모아서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26151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재료를 모은다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054096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333756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3D5200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34838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Clap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39410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부딪친다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4379976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466344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C6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48097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75120" y="52669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컨셉·이미지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</a:t>
            </a:r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— 어떻게 만들었나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6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96312" y="1783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/>
        </p:spPr>
      </p:sp>
      <p:sp>
        <p:nvSpPr>
          <p:cNvPr id="7" name="Text 5"/>
          <p:cNvSpPr/>
          <p:nvPr/>
        </p:nvSpPr>
        <p:spPr>
          <a:xfrm>
            <a:off x="2496312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TypeScript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2544" y="1783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/>
        </p:spPr>
      </p:sp>
      <p:sp>
        <p:nvSpPr>
          <p:cNvPr id="9" name="Text 7"/>
          <p:cNvSpPr/>
          <p:nvPr/>
        </p:nvSpPr>
        <p:spPr>
          <a:xfrm>
            <a:off x="4352544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08776" y="1783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/>
        </p:spPr>
      </p:sp>
      <p:sp>
        <p:nvSpPr>
          <p:cNvPr id="11" name="Text 9"/>
          <p:cNvSpPr/>
          <p:nvPr/>
        </p:nvSpPr>
        <p:spPr>
          <a:xfrm>
            <a:off x="6208776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65008" y="1783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/>
        </p:spPr>
      </p:sp>
      <p:sp>
        <p:nvSpPr>
          <p:cNvPr id="13" name="Text 11"/>
          <p:cNvSpPr/>
          <p:nvPr/>
        </p:nvSpPr>
        <p:spPr>
          <a:xfrm>
            <a:off x="8065008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Pollinations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921240" y="1783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3F1EC"/>
          </a:solidFill>
          <a:ln/>
        </p:spPr>
      </p:sp>
      <p:sp>
        <p:nvSpPr>
          <p:cNvPr id="15" name="Text 13"/>
          <p:cNvSpPr/>
          <p:nvPr/>
        </p:nvSpPr>
        <p:spPr>
          <a:xfrm>
            <a:off x="9921240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26517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6E3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2852928"/>
            <a:ext cx="502920" cy="502920"/>
          </a:xfrm>
          <a:prstGeom prst="ellipse">
            <a:avLst/>
          </a:prstGeom>
          <a:solidFill>
            <a:srgbClr val="C6FF0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2852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28712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" y="34290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이름·직업·관심사를 받아 이후 추천을 개인화.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3400" y="26517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6E3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44568" y="2852928"/>
            <a:ext cx="502920" cy="502920"/>
          </a:xfrm>
          <a:prstGeom prst="ellipse">
            <a:avLst/>
          </a:prstGeom>
          <a:solidFill>
            <a:srgbClr val="C6FF00"/>
          </a:solidFill>
          <a:ln/>
        </p:spPr>
      </p:sp>
      <p:sp>
        <p:nvSpPr>
          <p:cNvPr id="23" name="Text 21"/>
          <p:cNvSpPr/>
          <p:nvPr/>
        </p:nvSpPr>
        <p:spPr>
          <a:xfrm>
            <a:off x="4544568" y="2852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66360" y="28712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리믹스 스튜디오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62856" y="34290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아이디어 + 실시간 웹 레퍼런스를 골라 결합 → 새 컨셉·이미지 생성 → 스와이프 보관.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0" y="26517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6E3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47888" y="2852928"/>
            <a:ext cx="502920" cy="502920"/>
          </a:xfrm>
          <a:prstGeom prst="ellipse">
            <a:avLst/>
          </a:prstGeom>
          <a:solidFill>
            <a:srgbClr val="C6FF00"/>
          </a:solidFill>
          <a:ln/>
        </p:spPr>
      </p:sp>
      <p:sp>
        <p:nvSpPr>
          <p:cNvPr id="28" name="Text 26"/>
          <p:cNvSpPr/>
          <p:nvPr/>
        </p:nvSpPr>
        <p:spPr>
          <a:xfrm>
            <a:off x="8247888" y="2852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69680" y="28712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그룹(방)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66176" y="34290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관심사끼리 조각을 모아 함께 결합, 좋아요·댓글.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4348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6E3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" y="4636008"/>
            <a:ext cx="502920" cy="502920"/>
          </a:xfrm>
          <a:prstGeom prst="ellipse">
            <a:avLst/>
          </a:prstGeom>
          <a:solidFill>
            <a:srgbClr val="C6FF00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" y="4636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63040" y="46542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아카이빙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59536" y="5212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조각을 모아 결합·저장, 카드 컬렉션 무드보드로 정리.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43400" y="44348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6E3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44568" y="4636008"/>
            <a:ext cx="502920" cy="502920"/>
          </a:xfrm>
          <a:prstGeom prst="ellipse">
            <a:avLst/>
          </a:prstGeom>
          <a:solidFill>
            <a:srgbClr val="C6FF00"/>
          </a:solidFill>
          <a:ln/>
        </p:spPr>
      </p:sp>
      <p:sp>
        <p:nvSpPr>
          <p:cNvPr id="38" name="Text 36"/>
          <p:cNvSpPr/>
          <p:nvPr/>
        </p:nvSpPr>
        <p:spPr>
          <a:xfrm>
            <a:off x="4544568" y="4636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66360" y="46542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투데이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562856" y="5212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관심사 기반 최신 영감 이미지 스트립.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mblem-lime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0241280" y="45720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브랜딩·모션 · 그리고 과정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리브랜딩을 코드까지 (usome → PAZX)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4008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60120" y="19659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로고·엠블럼(말풍선 구름 + 라임 눈), 파비콘, 전용 폰트, 라임 #C6FF00 단일 포인트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423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24231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Clap 융합 콜리전 애니메이션, 로고 인트로·눈 깜빡임, 라이트/다크 토글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28803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로딩 = UFO 구름이 서치라이트 빔으로 두리번, 오브제가 빔 타고 흡수되는 캐릭터 모션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구현하며 실제로 겪은 것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0080" y="416052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161616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361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크리틱 → 반영 루프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80060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다이어트, 스튜디오를 '검색'→'컨설팅'으로 전면 개편, 로딩 모션을 스크린샷 크리틱으로 수차례 튜닝.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63640" y="416052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161616"/>
          </a:solidFill>
          <a:ln/>
        </p:spPr>
      </p:sp>
      <p:sp>
        <p:nvSpPr>
          <p:cNvPr id="16" name="Text 13"/>
          <p:cNvSpPr/>
          <p:nvPr/>
        </p:nvSpPr>
        <p:spPr>
          <a:xfrm>
            <a:off x="6537960" y="4361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API의 현실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537960" y="480060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이미지 검색 403·전파 지연을 만나, 실패 시 조용히 Claude 검색만으로 도는 안전 폴백 구조로 방어.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927080" cy="1600200"/>
          </a:xfrm>
          <a:prstGeom prst="roundRect">
            <a:avLst>
              <a:gd name="adj" fmla="val 6857"/>
            </a:avLst>
          </a:prstGeom>
          <a:solidFill>
            <a:srgbClr val="C6FF00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동작하는 라이브 서비스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clapbam.vercel.app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161616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3886200"/>
            <a:ext cx="457200" cy="457200"/>
          </a:xfrm>
          <a:prstGeom prst="ellipse">
            <a:avLst/>
          </a:prstGeom>
          <a:solidFill>
            <a:srgbClr val="C6FF00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4526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→ 결합 → 생성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51663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 입력하면 웹 레퍼런스와 결합해 새 컨셉·이미지까지 나온다.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0832" y="361188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161616"/>
          </a:solidFill>
          <a:ln/>
        </p:spPr>
      </p:sp>
      <p:sp>
        <p:nvSpPr>
          <p:cNvPr id="12" name="Shape 10"/>
          <p:cNvSpPr/>
          <p:nvPr/>
        </p:nvSpPr>
        <p:spPr>
          <a:xfrm>
            <a:off x="4626864" y="3886200"/>
            <a:ext cx="457200" cy="457200"/>
          </a:xfrm>
          <a:prstGeom prst="ellipse">
            <a:avLst/>
          </a:prstGeom>
          <a:solidFill>
            <a:srgbClr val="C6FF00"/>
          </a:solidFill>
          <a:ln/>
        </p:spPr>
      </p:sp>
      <p:sp>
        <p:nvSpPr>
          <p:cNvPr id="13" name="Text 11"/>
          <p:cNvSpPr/>
          <p:nvPr/>
        </p:nvSpPr>
        <p:spPr>
          <a:xfrm>
            <a:off x="4626864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26864" y="4526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일관된 브랜드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26864" y="51663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로고·컬러·폰트·모션이 PAZX 한 결로 통일.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01584" y="361188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161616"/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3886200"/>
            <a:ext cx="457200" cy="457200"/>
          </a:xfrm>
          <a:prstGeom prst="ellipse">
            <a:avLst/>
          </a:prstGeom>
          <a:solidFill>
            <a:srgbClr val="C6FF00"/>
          </a:solidFill>
          <a:ln/>
        </p:spPr>
      </p:sp>
      <p:sp>
        <p:nvSpPr>
          <p:cNvPr id="18" name="Text 16"/>
          <p:cNvSpPr/>
          <p:nvPr/>
        </p:nvSpPr>
        <p:spPr>
          <a:xfrm>
            <a:off x="8357616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57616" y="4526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로딩 미리보기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57616" y="51663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clapbam.vercel.app/beamtest — 로그인 없이 UFO 구름 빔 확인.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</a:t>
            </a:r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인사이트 — 배운 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66928" cy="566928"/>
          </a:xfrm>
          <a:prstGeom prst="ellipse">
            <a:avLst/>
          </a:prstGeom>
          <a:solidFill>
            <a:srgbClr val="C6FF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1444752"/>
            <a:ext cx="4297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'수집'과 '생성'은 다른 제품이다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52160" y="1444752"/>
            <a:ext cx="5760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가치는 모은 걸 부딪쳐 새 걸 뽑는 순간. 'Clap→Bam' 한 문장으로 모든 화면이 같은 원리로 설명됐다.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566928" cy="566928"/>
          </a:xfrm>
          <a:prstGeom prst="ellipse">
            <a:avLst/>
          </a:prstGeom>
          <a:solidFill>
            <a:srgbClr val="C6FF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50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432304"/>
            <a:ext cx="4297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'검색'이 아니라 '디렉션'을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52160" y="2432304"/>
            <a:ext cx="5760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구어 아이디어를 크리에이티브 방향으로 해석하게 하니 결과 감도가 올라갔다. 프롬프트가 곧 제품 성격.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438144"/>
            <a:ext cx="566928" cy="566928"/>
          </a:xfrm>
          <a:prstGeom prst="ellipse">
            <a:avLst/>
          </a:prstGeom>
          <a:solidFill>
            <a:srgbClr val="C6FF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381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19856"/>
            <a:ext cx="4297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모션은 말이 아니라 움직임으로 검증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52160" y="3419856"/>
            <a:ext cx="5760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화면으론 '쫀쫀함'을 못 잡는다. 타이밍·이징·위치를 수치로 고치는 루프가 필요했다.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425696"/>
            <a:ext cx="566928" cy="566928"/>
          </a:xfrm>
          <a:prstGeom prst="ellipse">
            <a:avLst/>
          </a:prstGeom>
          <a:solidFill>
            <a:srgbClr val="C6FF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256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407408"/>
            <a:ext cx="4297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의존성은 처음부터 폴백을 깔고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52160" y="4407408"/>
            <a:ext cx="5760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API가 안 풀려도 앱이 멀쩡했던 건 '실패 시 조용히 원래 경로로' 구조 덕분.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413248"/>
            <a:ext cx="566928" cy="566928"/>
          </a:xfrm>
          <a:prstGeom prst="ellipse">
            <a:avLst/>
          </a:prstGeom>
          <a:solidFill>
            <a:srgbClr val="C6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413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5394960"/>
            <a:ext cx="4297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브랜드는 코드까지 내려와야 완성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52160" y="5394960"/>
            <a:ext cx="5760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 이미지만이 아니라 컬러 토큰·폰트·모션·로딩 캐릭터까지 한 결로 맞춰야 '이 서비스'가 된다.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mble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68580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880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C6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— 2차 예고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371600" y="33375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심화 · AI 페르소나 DM · 구글 이미지 검색 정식 연동으로 결과 밀도 강화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PAZX · 생각이 만나는 순간, 파직.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clapbam.vercel.app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내 OS 만들기 1차 — PAZX</dc:title>
  <dc:subject>PptxGenJS Presentation</dc:subject>
  <dc:creator>본혁</dc:creator>
  <cp:lastModifiedBy>본혁</cp:lastModifiedBy>
  <cp:revision>1</cp:revision>
  <dcterms:created xsi:type="dcterms:W3CDTF">2026-07-11T15:59:06Z</dcterms:created>
  <dcterms:modified xsi:type="dcterms:W3CDTF">2026-07-11T15:59:06Z</dcterms:modified>
</cp:coreProperties>
</file>